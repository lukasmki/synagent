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SynAgent, CADDtune &amp; the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ChEMBL Benchmark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workstreams, and a benchmark bug that changes the headline number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3840480" cy="0"/>
          </a:xfrm>
          <a:prstGeom prst="line">
            <a:avLst/>
          </a:prstGeom>
          <a:noFill/>
          <a:ln w="25400">
            <a:solidFill>
              <a:srgbClr val="1C6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091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 Miki
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17,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SynAgent / CADDtune / ChEMBL benchmark — status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239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workstreams delivered. One blocked. One benchmark bug changes everything.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B0362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HEADLINE FINDING 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SynLlama's published benchmark scores reactant ORDER, not chemistry. True route validity is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~57%, not the published 30.65%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 — understated by roughly 2x.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626614" cy="301752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56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3401568"/>
            <a:ext cx="457200" cy="457200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401568"/>
            <a:ext cx="1712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SynAgent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3977640"/>
            <a:ext cx="2224278" cy="292608"/>
          </a:xfrm>
          <a:prstGeom prst="roundRect">
            <a:avLst>
              <a:gd name="adj" fmla="val 50000"/>
            </a:avLst>
          </a:prstGeom>
          <a:solidFill>
            <a:srgbClr val="DEEFE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977640"/>
            <a:ext cx="22242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4407408"/>
            <a:ext cx="22242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Three-branch merge. Four bugs fixed. 27 tests passing. Local GGUF serving working.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39846" y="3200400"/>
            <a:ext cx="2626614" cy="301752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56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41014" y="3401568"/>
            <a:ext cx="457200" cy="457200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16" name="Text 14"/>
          <p:cNvSpPr/>
          <p:nvPr/>
        </p:nvSpPr>
        <p:spPr>
          <a:xfrm>
            <a:off x="3541014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7086" y="3401568"/>
            <a:ext cx="1712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CADDtune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41014" y="3977640"/>
            <a:ext cx="2224278" cy="292608"/>
          </a:xfrm>
          <a:prstGeom prst="roundRect">
            <a:avLst>
              <a:gd name="adj" fmla="val 50000"/>
            </a:avLst>
          </a:prstGeom>
          <a:solidFill>
            <a:srgbClr val="DE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3541014" y="3977640"/>
            <a:ext cx="22242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41014" y="4407408"/>
            <a:ext cx="22242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Data-corrupting route bug fixed. Missing task classes added. Dataset double-count found.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22492" y="3200400"/>
            <a:ext cx="2626614" cy="301752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56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23660" y="3401568"/>
            <a:ext cx="457200" cy="457200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23" name="Text 21"/>
          <p:cNvSpPr/>
          <p:nvPr/>
        </p:nvSpPr>
        <p:spPr>
          <a:xfrm>
            <a:off x="642366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99732" y="3401568"/>
            <a:ext cx="1712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Lawrencium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23660" y="3977640"/>
            <a:ext cx="2224278" cy="292608"/>
          </a:xfrm>
          <a:prstGeom prst="roundRect">
            <a:avLst>
              <a:gd name="adj" fmla="val 50000"/>
            </a:avLst>
          </a:prstGeom>
          <a:solidFill>
            <a:srgbClr val="F5E6CF"/>
          </a:solidFill>
          <a:ln/>
        </p:spPr>
      </p:sp>
      <p:sp>
        <p:nvSpPr>
          <p:cNvPr id="26" name="Text 24"/>
          <p:cNvSpPr/>
          <p:nvPr/>
        </p:nvSpPr>
        <p:spPr>
          <a:xfrm>
            <a:off x="6423660" y="3977640"/>
            <a:ext cx="22242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B4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23660" y="4407408"/>
            <a:ext cx="22242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staged and ready. Blocked by a cluster-wide maintenance reservation until ~Aug 21.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105138" y="3200400"/>
            <a:ext cx="2626614" cy="301752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56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306306" y="3401568"/>
            <a:ext cx="457200" cy="457200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30" name="Text 28"/>
          <p:cNvSpPr/>
          <p:nvPr/>
        </p:nvSpPr>
        <p:spPr>
          <a:xfrm>
            <a:off x="9306306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82378" y="3401568"/>
            <a:ext cx="17122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ChEMBL benchmark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306306" y="3977640"/>
            <a:ext cx="2224278" cy="292608"/>
          </a:xfrm>
          <a:prstGeom prst="roundRect">
            <a:avLst>
              <a:gd name="adj" fmla="val 50000"/>
            </a:avLst>
          </a:prstGeom>
          <a:solidFill>
            <a:srgbClr val="DEEFE6"/>
          </a:solidFill>
          <a:ln/>
        </p:spPr>
      </p:sp>
      <p:sp>
        <p:nvSpPr>
          <p:cNvPr id="33" name="Text 31"/>
          <p:cNvSpPr/>
          <p:nvPr/>
        </p:nvSpPr>
        <p:spPr>
          <a:xfrm>
            <a:off x="9306306" y="3977640"/>
            <a:ext cx="22242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TODAY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306306" y="4407408"/>
            <a:ext cx="222427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reproduced exactly. Agent evidence captured. Ordering bug discovered.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surfaced: two validators, opposite verdicts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running the corrector on failing routes, SynAgent kept replying: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6492240" cy="777240"/>
          </a:xfrm>
          <a:prstGeom prst="roundRect">
            <a:avLst>
              <a:gd name="adj" fmla="val 8235"/>
            </a:avLst>
          </a:prstGeom>
          <a:solidFill>
            <a:srgbClr val="0B1F3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84832"/>
            <a:ext cx="6172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route is already fully valid, there are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failed steps to fix"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443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 routes the baseline validator had already marked FAILED.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disagreement led to a head-to-head comparison over 500 routes, scored by both validators.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6492240" cy="1691640"/>
          </a:xfrm>
          <a:prstGeom prst="roundRect">
            <a:avLst>
              <a:gd name="adj" fmla="val 3784"/>
            </a:avLst>
          </a:prstGeom>
          <a:solidFill>
            <a:srgbClr val="EA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407408"/>
            <a:ext cx="6080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144 disagreements ran one direction. SynAgent's validator is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more permissive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the reverse.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69480" y="1691640"/>
            <a:ext cx="4462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OVER 500 ROUTES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2075688"/>
            <a:ext cx="4462272" cy="713232"/>
          </a:xfrm>
          <a:prstGeom prst="roundRect">
            <a:avLst>
              <a:gd name="adj" fmla="val 7692"/>
            </a:avLst>
          </a:prstGeom>
          <a:solidFill>
            <a:srgbClr val="F6E2DF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2075688"/>
            <a:ext cx="3273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SynLlama FAIL, SynAgent PASS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680192" y="2075688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B0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69480" y="2916936"/>
            <a:ext cx="4462272" cy="713232"/>
          </a:xfrm>
          <a:prstGeom prst="roundRect">
            <a:avLst>
              <a:gd name="adj" fmla="val 7692"/>
            </a:avLst>
          </a:prstGeom>
          <a:solidFill>
            <a:srgbClr val="EAF1F6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2916936"/>
            <a:ext cx="3273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SynLlama FAIL, SynAgent FAIL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680192" y="2916936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69480" y="3758184"/>
            <a:ext cx="4462272" cy="713232"/>
          </a:xfrm>
          <a:prstGeom prst="roundRect">
            <a:avLst>
              <a:gd name="adj" fmla="val 7692"/>
            </a:avLst>
          </a:prstGeom>
          <a:solidFill>
            <a:srgbClr val="EAF1F6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3758184"/>
            <a:ext cx="3273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SynLlama PASS, SynAgent PASS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680192" y="3758184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269480" y="4599432"/>
            <a:ext cx="4462272" cy="713232"/>
          </a:xfrm>
          <a:prstGeom prst="roundRect">
            <a:avLst>
              <a:gd name="adj" fmla="val 7692"/>
            </a:avLst>
          </a:prstGeom>
          <a:solidFill>
            <a:srgbClr val="DEEFE6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4599432"/>
            <a:ext cx="3273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SynLlama PASS, SynAgent FAIL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80192" y="4599432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 — discovery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routes, two grading rules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Re-scoring 500 routes: strict positional order vs. any reactant order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74552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/>
        </p:spPr>
      </p:sp>
      <p:pic>
        <p:nvPicPr>
          <p:cNvPr id="8" name="Image 0" descr="C:\Users\Aadit\OneDrive\Desktop\drug-llama-plan\chembl-bench\figures\fig4_order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057400"/>
            <a:ext cx="10817352" cy="4069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 — the figure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mechanism: RDKit matches reactants by position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Cc1csc(NC(=O)c2cccnc2N2CCOCC2)n1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6583680" cy="2331720"/>
          </a:xfrm>
          <a:prstGeom prst="roundRect">
            <a:avLst>
              <a:gd name="adj" fmla="val 2353"/>
            </a:avLst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478024"/>
            <a:ext cx="6181344" cy="2039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 : [Cl,OH,O-][C(=O)...] . [N...]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(acid slot, then amine slot)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emitted   : ["Cc1csc(N)n1",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"O=C(O)c1cccnc1N1CCOCC1"]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FA9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(amine, acid — reversed)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E89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  : FAIL  ("reaction produced no products")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9B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 them : PASS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2803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chemistry, scored as a failure — purely because of list order.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69480" y="1691640"/>
            <a:ext cx="4462272" cy="2331720"/>
          </a:xfrm>
          <a:prstGeom prst="roundRect">
            <a:avLst>
              <a:gd name="adj" fmla="val 2745"/>
            </a:avLst>
          </a:prstGeom>
          <a:solidFill>
            <a:srgbClr val="F6E2DF"/>
          </a:solidFill>
          <a:ln/>
        </p:spPr>
      </p:sp>
      <p:sp>
        <p:nvSpPr>
          <p:cNvPr id="12" name="Text 10"/>
          <p:cNvSpPr/>
          <p:nvPr/>
        </p:nvSpPr>
        <p:spPr>
          <a:xfrm>
            <a:off x="7470648" y="1837944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70648" y="2130552"/>
            <a:ext cx="405993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SynLlama's true route validity is roughly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57%, not 30.65%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published benchmark understates the model by about a factor of two.
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explains the failure profile: “reaction produced no products” was the largest failure bucket at 36.5% — most of that is ordering, not chemistry.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4206240"/>
            <a:ext cx="4462272" cy="1737360"/>
          </a:xfrm>
          <a:prstGeom prst="roundRect">
            <a:avLst>
              <a:gd name="adj" fmla="val 3684"/>
            </a:avLst>
          </a:prstGeom>
          <a:solidFill>
            <a:srgbClr val="DE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7470648" y="4352544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FIX (LUKAS'S SIDE)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70648" y="4645152"/>
            <a:ext cx="405993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reactants to template slots, or try permutations before declaring failure.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change, large effect on the headline number.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 — mechanism &amp; implication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SYNAGENT — AGENT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branches merged, four bugs found and fixed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 synagent-full-pipeline  on  lukasmki/SynAgent  ·  6 commits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5212080" cy="2148840"/>
          </a:xfrm>
          <a:prstGeom prst="roundRect">
            <a:avLst>
              <a:gd name="adj" fmla="val 2979"/>
            </a:avLst>
          </a:prstGeom>
          <a:solidFill>
            <a:srgbClr val="EAF1F6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377440"/>
            <a:ext cx="48097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branches named for the task were on incompatible architectures — one predates the pydantic-v2 capability refactor.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branch,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model-calls-capability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turned out to be the same work already ported — verified as a faithful superset (Pydantic schemas identical field-for-field).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became a merge with one conflict, not a rewrite.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5262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DEEFE6"/>
          </a:solidFill>
          <a:ln/>
          <a:effectLst>
            <a:outerShdw sx="100000" sy="100000" kx="0" ky="0" algn="bl" rotWithShape="0" blurRad="76200" dist="25400" dir="5400000">
              <a:srgbClr val="3A4A56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4617720"/>
            <a:ext cx="2139696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" y="5348326"/>
            <a:ext cx="2139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45262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3A4A5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73552" y="4617720"/>
            <a:ext cx="2231136" cy="7795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160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73552" y="5348326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 tier, needs servers)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1920240"/>
            <a:ext cx="5742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BUGS FOUND AND FIXED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2249424"/>
            <a:ext cx="310896" cy="310896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22494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231136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get_agent() raised without CHEMSPACE_API_KEY — Chemspace was commented out of the top-level capability list but left in both subagents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3236976"/>
            <a:ext cx="310896" cy="310896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3236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3218688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of eight capabilities silently lost id / description / defer_loading — unannotated class attributes inside @dataclass, so inherited field defaults won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4224528"/>
            <a:ext cx="310896" cy="310896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42245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4206240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SmileyLlama prompts built with the Llama-3.1 chat template; the 1B checkpoints are trained on alpaca format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89320" y="5212080"/>
            <a:ext cx="310896" cy="310896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5212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519379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SynLlama max_tokens=256 truncated route JSON mid-object, so every response hit the parse-error branch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A — SynAgent pipeline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SYNAGENT — LOCAL SERVING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router, two models — and why Ollama can't do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is proven: SynAgent's pydantic-ai web UI, Mistral Large orchestrating, calling generate_molecules (SmileyLlama) then retrosynthesis (SynLlama) on its own — 3 runs captured as screenshots.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DEEFE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248716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WORKS: llama.cpp router mode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4892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served as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GGUF Q6_K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llama.cpp llama-server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router mode.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one port, model selected by the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model=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field on each request.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5440680" cy="3749040"/>
          </a:xfrm>
          <a:prstGeom prst="roundRect">
            <a:avLst>
              <a:gd name="adj" fmla="val 1951"/>
            </a:avLst>
          </a:prstGeom>
          <a:solidFill>
            <a:srgbClr val="F6E2D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40880" y="248716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DOESN'T WORK: Ollama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37960" y="3154680"/>
            <a:ext cx="4892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re-applies a chat template on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/v1/completions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(open bug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ollama#12636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double-templating prompts that are already raw.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silently corrupts every request — it is not a configuration option, it is a bug in Ollama's completions endpoint.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A — local serving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CADDTUNE — DATASET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data-corrupting bug in route generation, fixed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 testing  on  lukasmki/caddtune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building_blocks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collected every reactant of every step, so in a multi-step route the previous step's product was labelled purchasable. Reproduced before fixing: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6675120" cy="1417320"/>
          </a:xfrm>
          <a:prstGeom prst="roundRect">
            <a:avLst>
              <a:gd name="adj" fmla="val 3871"/>
            </a:avLst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843784"/>
            <a:ext cx="627278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         : COCCNC(C)=O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2C0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building_blocks : ['CC(=O)O', 'NCCO', 'CC(=O)NCCO']</a:t>
            </a:r>
            <a:endParaRPr lang="en-US" sz="1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9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^ last is the step-1 product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 at depth 1, so no released dataset is affected — it only became reachable once multi-step expansion landed.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DEEFE6"/>
          </a:solidFill>
          <a:ln/>
          <a:effectLst>
            <a:outerShdw sx="100000" sy="100000" kx="0" ky="0" algn="bl" rotWithShape="0" blurRad="76200" dist="25400" dir="5400000">
              <a:srgbClr val="3A4A5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" y="5029200"/>
            <a:ext cx="2871216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" y="5627218"/>
            <a:ext cx="2871216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 · ruff clean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2360" y="1874520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TASK CLASSES ADDED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52360" y="21945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99832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SynthesisGeneration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52360" y="26700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99832" y="2670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SynthesisBuildingBlockGeneration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52360" y="314553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99832" y="31455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SynthesisReasoning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52360" y="362102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99832" y="36210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SynthesisStepEditing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99832" y="38770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README's fourth dataset type, previously unimplemented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42793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99832" y="4279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Preference[T] + PreferencePrompt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99832" y="45354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DPO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52360" y="49377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99832" y="4937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expand_example()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99832" y="5193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↔ chat conversion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B — CADDtune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CADDTUNE — DATASET FINDING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cadd-instruct double-counts its rows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 reports </a:t>
            </a:r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9,712,790</a:t>
            </a:r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rows. It globs a stale single-file export alongside the current 9 shards.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57400"/>
          <a:ext cx="7406640" cy="118872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all/train-00000-of-00001.parquet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3,856,395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3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stale, no synllama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all/train-0000{0..8}-of-00009.parquet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5,856,395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42900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smileyllama and linkllama counted twice, synllama once. Mix shifts from 40/26/34 to 48/31/21 — synthesis planning under-weighted by a third.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4206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EAF1F6"/>
          </a:solidFill>
          <a:ln/>
          <a:effectLst>
            <a:outerShdw sx="100000" sy="100000" kx="0" ky="0" algn="bl" rotWithShape="0" blurRad="76200" dist="25400" dir="5400000">
              <a:srgbClr val="3A4A56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" y="4297680"/>
            <a:ext cx="3236976" cy="6789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5,856,395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21792" y="4922215"/>
            <a:ext cx="323697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total — verified from parquet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footers and the source column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83880" y="2057400"/>
            <a:ext cx="3547872" cy="3383280"/>
          </a:xfrm>
          <a:prstGeom prst="roundRect">
            <a:avLst>
              <a:gd name="adj" fmla="val 1892"/>
            </a:avLst>
          </a:prstGeom>
          <a:solidFill>
            <a:srgbClr val="F5E6CF"/>
          </a:solidFill>
          <a:ln/>
        </p:spPr>
      </p:sp>
      <p:sp>
        <p:nvSpPr>
          <p:cNvPr id="13" name="Text 10"/>
          <p:cNvSpPr/>
          <p:nvPr/>
        </p:nvSpPr>
        <p:spPr>
          <a:xfrm>
            <a:off x="8385048" y="2203704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FOR LUKAS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385048" y="2496312"/>
            <a:ext cx="3145536" cy="281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all/train-00000-of-00001.parquet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config's glob — it is a stale export superseded by the 9 current shards.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directly actionable and does not depend on any other open question.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B — dataset finding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LAWRENCIUM — FINE-TUNING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staged and ready — blocked by cluster maintenance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ON SCRATCH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901952"/>
            <a:ext cx="50474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with torch 2.5.1+cu124, axolotl 0.6.0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32257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322576"/>
            <a:ext cx="50474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train_1M.jsonl — 1.56 GB, 1M rows, correct source mix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743200"/>
            <a:ext cx="50474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base model cached (25 GB)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16382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3163824"/>
            <a:ext cx="50474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job queued, will start automatically when nodes return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69417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CONFIRMED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EAF1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86784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A40 46 GB · 64 CPUs · 503 GB RAM per node · driver 580.173.02 (CUDA 12.x) · compute nodes have outbound internet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600200"/>
            <a:ext cx="5559552" cy="2331720"/>
          </a:xfrm>
          <a:prstGeom prst="roundRect">
            <a:avLst>
              <a:gd name="adj" fmla="val 2745"/>
            </a:avLst>
          </a:prstGeom>
          <a:solidFill>
            <a:srgbClr val="F5E6CF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1746504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73368" y="2039112"/>
            <a:ext cx="5157216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AugPowerWork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started 2026-08-14 08:00, covers all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1,911 nodes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MAINT,IGNORE_JOBS,ALL_NODES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Only 5 admin accounts can run. No user jobs possible.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4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back ~Aug 21.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069080"/>
            <a:ext cx="5559552" cy="1371600"/>
          </a:xfrm>
          <a:prstGeom prst="roundRect">
            <a:avLst>
              <a:gd name="adj" fmla="val 4667"/>
            </a:avLst>
          </a:prstGeom>
          <a:solidFill>
            <a:srgbClr val="EAF1F6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4215384"/>
            <a:ext cx="5157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73368" y="4507992"/>
            <a:ext cx="515721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job → 4×A40 timing run → extrapolated epoch time for the full dataset.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 h once nodes return.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C — Lawrencium fine-tuning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LAWRENCIUM — LESSONS LEARNED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cluster traps hit and documented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745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37944"/>
            <a:ext cx="365760" cy="365760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8379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709928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es_normal QoS does not exist for this account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07008" y="2002536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options are condo_ninjaone_es1 (condo, priority 1000000) and es_lowprio.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587752"/>
            <a:ext cx="112745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825496"/>
            <a:ext cx="365760" cy="365760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2697480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scripts do not initialise Lmod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07008" y="2990088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source /usr/share/lmod/lmod/init/bash first, or module load silently no-ops.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75304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F6E2DF"/>
          </a:solidFill>
          <a:ln w="15875">
            <a:solidFill>
              <a:srgbClr val="B036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009644"/>
            <a:ext cx="365760" cy="365760"/>
          </a:xfrm>
          <a:prstGeom prst="ellipse">
            <a:avLst/>
          </a:prstGeom>
          <a:solidFill>
            <a:srgbClr val="B0362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0096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368503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pipe module load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07008" y="3977640"/>
            <a:ext cx="9921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shell function — piping subshells it and the PATH change is discarded. Symptom is misleading: the job silently keeps system Python 3.6.8 and later dies on torch==2.5.1 with “no matching distribution”, which looks like a network problem.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956048"/>
            <a:ext cx="1127455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5193792"/>
            <a:ext cx="365760" cy="365760"/>
          </a:xfrm>
          <a:prstGeom prst="ellipse">
            <a:avLst/>
          </a:prstGeom>
          <a:solidFill>
            <a:srgbClr val="12395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5193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5065776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node /tmp is full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07008" y="5358384"/>
            <a:ext cx="9921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bash heredocs and scp. Workaround: stream with  tar czf - dir | ssh lrc 'tar xzf - -C ~/'.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596188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 upstream bug: 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LBL's own request_cert.sh writes the SSH key via python3 print(), and Python on Windows emits CRLF, corrupting the PEM. ssh fails with “error in libcrypto: unsupported”. Fix: </a:t>
            </a:r>
            <a:pPr indent="0" marL="0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 -d '\r'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C — cluster traps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BENCHMARK + AGENT EVIDENCE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Method: the validator reproduces the baseline exactly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was copied verbatim from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data/synllama-validate.py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Re-run on Lukas's own file, it reproduces his split exactly: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37360" y="2606040"/>
            <a:ext cx="8686800" cy="1417320"/>
          </a:xfrm>
          <a:prstGeom prst="roundRect">
            <a:avLst>
              <a:gd name="adj" fmla="val 3871"/>
            </a:avLst>
          </a:prstGeom>
          <a:solidFill>
            <a:srgbClr val="0B1F33"/>
          </a:solidFill>
          <a:ln/>
        </p:spPr>
      </p:sp>
      <p:sp>
        <p:nvSpPr>
          <p:cNvPr id="8" name="Text 6"/>
          <p:cNvSpPr/>
          <p:nvPr/>
        </p:nvSpPr>
        <p:spPr>
          <a:xfrm>
            <a:off x="1938528" y="2752344"/>
            <a:ext cx="828446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9B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REPRODUCED: 3065/10000 = 30.65%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9BD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 : 3065/10000 = 30.65%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37360" y="4343400"/>
            <a:ext cx="8686800" cy="868680"/>
          </a:xfrm>
          <a:prstGeom prst="roundRect">
            <a:avLst>
              <a:gd name="adj" fmla="val 7368"/>
            </a:avLst>
          </a:prstGeom>
          <a:solidFill>
            <a:srgbClr val="DEEFE6"/>
          </a:solidFill>
          <a:ln/>
        </p:spPr>
      </p:sp>
      <p:sp>
        <p:nvSpPr>
          <p:cNvPr id="10" name="Text 8"/>
          <p:cNvSpPr/>
          <p:nvPr/>
        </p:nvSpPr>
        <p:spPr>
          <a:xfrm>
            <a:off x="1965960" y="43434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is provably identical — before any new number built on top of it can be trusted.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D — method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BENCHMARK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validity: the quantised 1B reproduction matches SynLlama proper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03504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pic>
        <p:nvPicPr>
          <p:cNvPr id="7" name="Image 0" descr="C:\Users\Aadit\OneDrive\Desktop\drug-llama-plan\chembl-bench\figures\fig1_valid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37360"/>
            <a:ext cx="5669280" cy="310896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120640"/>
          <a:ext cx="6035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SynLlama proper (baseline)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3,065 / 10,000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SynAgent + SynLlama-1B-GGUF Q6_K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 / 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720840" y="1600200"/>
            <a:ext cx="5010912" cy="3063240"/>
          </a:xfrm>
          <a:prstGeom prst="roundRect">
            <a:avLst>
              <a:gd name="adj" fmla="val 2090"/>
            </a:avLst>
          </a:prstGeom>
          <a:solidFill>
            <a:srgbClr val="F6E2DF"/>
          </a:solidFill>
          <a:ln/>
        </p:spPr>
      </p:sp>
      <p:sp>
        <p:nvSpPr>
          <p:cNvPr id="10" name="Text 6"/>
          <p:cNvSpPr/>
          <p:nvPr/>
        </p:nvSpPr>
        <p:spPr>
          <a:xfrm>
            <a:off x="6922008" y="1746504"/>
            <a:ext cx="4608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THAT MUST TRAVEL WITH THIS NUMBER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922008" y="2039112"/>
            <a:ext cx="4608576" cy="2496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Different model. Baseline is SynLlama proper; ours is a quantised 1B community reproduction (kysun63/synllama-1b-reproduced).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Sampling may not be matched. Baseline CSV has sampling_params = frozen; ours used SynAgent's defaults (temperature 1.5, top_p 0.9). UNRESOLVED — ask Lukas what frozen means.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Stopped at 400/1000 to free the GPU (98°C). n=400 gives roughly ±4.5 points at 95% confidence.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720840" y="4800600"/>
            <a:ext cx="5010912" cy="1051560"/>
          </a:xfrm>
          <a:prstGeom prst="roundRect">
            <a:avLst>
              <a:gd name="adj" fmla="val 6087"/>
            </a:avLst>
          </a:prstGeom>
          <a:solidFill>
            <a:srgbClr val="F5E6CF"/>
          </a:solidFill>
          <a:ln/>
        </p:spPr>
      </p:sp>
      <p:sp>
        <p:nvSpPr>
          <p:cNvPr id="13" name="Text 9"/>
          <p:cNvSpPr/>
          <p:nvPr/>
        </p:nvSpPr>
        <p:spPr>
          <a:xfrm>
            <a:off x="6903720" y="4800600"/>
            <a:ext cx="464515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4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win for the small model: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readings were badly misleading (56% at n=25, 50.7% at n=75), settling to 30.25% by n=400. Nothing below n≈300 was meaningful — the two rates match, they don't diverge in the small model's favor.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D — validity result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BENCHMARK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SynLlama routes fail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731520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pic>
        <p:nvPicPr>
          <p:cNvPr id="7" name="Image 0" descr="C:\Users\Aadit\OneDrive\Desktop\drug-llama-plan\chembl-bench\figures\fig2_erro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783080"/>
            <a:ext cx="685800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600200"/>
            <a:ext cx="3730752" cy="2103120"/>
          </a:xfrm>
          <a:prstGeom prst="roundRect">
            <a:avLst>
              <a:gd name="adj" fmla="val 3043"/>
            </a:avLst>
          </a:prstGeom>
          <a:solidFill>
            <a:srgbClr val="EAF1F6"/>
          </a:solidFill>
          <a:ln/>
        </p:spPr>
      </p:sp>
      <p:sp>
        <p:nvSpPr>
          <p:cNvPr id="9" name="Text 6"/>
          <p:cNvSpPr/>
          <p:nvPr/>
        </p:nvSpPr>
        <p:spPr>
          <a:xfrm>
            <a:off x="8202168" y="1746504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BUCKET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02168" y="2039112"/>
            <a:ext cx="332841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“Reaction produced no products” — </a:t>
            </a:r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36.5%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all paths, by far the largest single failure mode.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01000" y="3840480"/>
            <a:ext cx="3730752" cy="2240280"/>
          </a:xfrm>
          <a:prstGeom prst="roundRect">
            <a:avLst>
              <a:gd name="adj" fmla="val 2857"/>
            </a:avLst>
          </a:prstGeom>
          <a:solidFill>
            <a:srgbClr val="F6E2DF"/>
          </a:solidFill>
          <a:ln/>
        </p:spPr>
      </p:sp>
      <p:sp>
        <p:nvSpPr>
          <p:cNvPr id="12" name="Text 9"/>
          <p:cNvSpPr/>
          <p:nvPr/>
        </p:nvSpPr>
        <p:spPr>
          <a:xfrm>
            <a:off x="8202168" y="3986784"/>
            <a:ext cx="3328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FORESHADOWING SLIDE 3–5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02168" y="4279392"/>
            <a:ext cx="3328416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ordering finding shows, most of this bucket is not chemistry failing — it's reactant order not matching template slots. See the headline finding earlier in this deck.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D — failure modes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BENCHMARK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orchestration: Mistral Large chose every tool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failing routes from synllama-raw-failed.csv, one per failure mode, driven through the pydantic-ai UI as two-turn conversations.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63093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pic>
        <p:nvPicPr>
          <p:cNvPr id="8" name="Image 0" descr="C:\Users\Aadit\OneDrive\Desktop\drug-llama-plan\chembl-bench\figures\fig3_agent_too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48840"/>
            <a:ext cx="5943600" cy="374904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2011680"/>
          <a:ext cx="473659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737360"/>
                <a:gridCol w="1810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validate_route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Corrector 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smiles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fix_building_blocks → fix_step → apply_fixes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reactant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 report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all three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47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called, extraction failed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03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blocked upstream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995160" y="5074920"/>
            <a:ext cx="4736592" cy="777240"/>
          </a:xfrm>
          <a:prstGeom prst="roundRect">
            <a:avLst>
              <a:gd name="adj" fmla="val 8235"/>
            </a:avLst>
          </a:prstGeom>
          <a:solidFill>
            <a:srgbClr val="EAF1F6"/>
          </a:solidFill>
          <a:ln/>
        </p:spPr>
      </p:sp>
      <p:sp>
        <p:nvSpPr>
          <p:cNvPr id="11" name="Text 7"/>
          <p:cNvSpPr/>
          <p:nvPr/>
        </p:nvSpPr>
        <p:spPr>
          <a:xfrm>
            <a:off x="7178040" y="50749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(smiles case) and the closing 429 error appear next.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D — agent orchestration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validate_route</a:t>
            </a:r>
            <a:pPr indent="0" marL="0">
              <a:buNone/>
            </a:pPr>
            <a:r>
              <a:rPr lang="en-US" sz="1500" dirty="0">
                <a:solidFill>
                  <a:srgbClr val="9F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fix_building_blocks</a:t>
            </a:r>
            <a:pPr indent="0" marL="0">
              <a:buNone/>
            </a:pPr>
            <a:r>
              <a:rPr lang="en-US" sz="1500" dirty="0">
                <a:solidFill>
                  <a:srgbClr val="9F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fix_step</a:t>
            </a:r>
            <a:pPr indent="0" marL="0">
              <a:buNone/>
            </a:pPr>
            <a:r>
              <a:rPr lang="en-US" sz="1500" dirty="0">
                <a:solidFill>
                  <a:srgbClr val="9FB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apply_fixes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steps Completed — the full corrector chain firing on a real failing route.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880367" y="1417320"/>
            <a:ext cx="4428218" cy="5001768"/>
          </a:xfrm>
          <a:prstGeom prst="roundRect">
            <a:avLst>
              <a:gd name="adj" fmla="val 826"/>
            </a:avLst>
          </a:prstGeom>
          <a:solidFill>
            <a:srgbClr val="FFFFFF"/>
          </a:solidFill>
          <a:ln/>
        </p:spPr>
      </p:sp>
      <p:pic>
        <p:nvPicPr>
          <p:cNvPr id="6" name="Image 0" descr="C:\Users\Aadit\OneDrive\Desktop\drug-llama-plan\chembl-bench\figures\cropped\smiles_2_correc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1247120" cy="45702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D — key evidence (smiles case)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384048" cy="384048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8408" y="4114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BENCHMARK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honest failures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309360" cy="2011680"/>
          </a:xfrm>
          <a:prstGeom prst="roundRect">
            <a:avLst>
              <a:gd name="adj" fmla="val 3182"/>
            </a:avLst>
          </a:prstGeom>
          <a:solidFill>
            <a:srgbClr val="F5E6C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37944"/>
            <a:ext cx="5907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47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 RATE LIMIT ON CLOSING SUMMARY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2130552"/>
            <a:ext cx="590702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returned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 Rate limit exceeded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closing summary after apply_fixes.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all ran; only the final prose was cut.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6309360" cy="2651760"/>
          </a:xfrm>
          <a:prstGeom prst="roundRect">
            <a:avLst>
              <a:gd name="adj" fmla="val 2414"/>
            </a:avLst>
          </a:prstGeom>
          <a:solidFill>
            <a:srgbClr val="F6E2D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986784"/>
            <a:ext cx="5907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CASE: EXTRACTION FAILURE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" y="4279392"/>
            <a:ext cx="5907024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validate_route was called, but its auto-extraction could not pull JSON from a message with surrounding prose — it asked for clean JSON rather than inventing a report.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behaviour, real limitation: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prompt shape worked for the other two cases, so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_extract_route_from_messages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size- or content-sensitive.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469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— EXTRACTION ASKS FOR CLEAN JSON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95026" y="1901952"/>
            <a:ext cx="3182581" cy="480060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pic>
        <p:nvPicPr>
          <p:cNvPr id="14" name="Image 0" descr="C:\Users\Aadit\OneDrive\Desktop\drug-llama-plan\chembl-bench\figures\cropped\product_2_correc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746" y="1947672"/>
            <a:ext cx="3091141" cy="4709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D — what went wrong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239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corrector repair rate — deliberately not measured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was:  </a:t>
            </a:r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“corrector lifts validity from 30.65% to X%”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The harness is built (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run_repair.py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and a clean environment exists — but the measurement was stopped on purpose once the ordering finding came to light.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F6E2D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514600"/>
            <a:ext cx="10835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spc="100" kern="0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have scored “before” with SynLlama's strict validator and “after” with SynAgent's permissive one. Since SynAgent passes 28.8% of routes the baseline rejects, the corrector would have been credited for repairing routes it never touched — a large, flattering, meaningless number.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MUST USE ONE CRITERION — A DECISION FOR THE TEAM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EAF1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526280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positional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published baseline.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43434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DEEFE6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4526280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Order-insensitive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chemistry. The defensible choice — but it changes the baseline too, so it is not a call to make unilaterally.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repair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239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corrector is agent-coupled, not a library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10835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corrector tools take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ctx: RunContext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read their inputs from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function arguments.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730752"/>
            <a:ext cx="329184" cy="329184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7307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373075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is the state store.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79392"/>
            <a:ext cx="329184" cy="329184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279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42793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library-style batch path — you cannot call the corrector as a plain function over a list of routes.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828032"/>
            <a:ext cx="329184" cy="329184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280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48280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repair-rate measurement must run through the agent loop.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376672"/>
            <a:ext cx="329184" cy="329184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376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537667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scale, that needs a local orchestrator to avoid hosted rate limits (see the 429 on slide 17).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finding — corrector architecture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B036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BLUNT ASSESSMENT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established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12395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96596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07568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corrections are chemically correct.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4048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apply_fixes completed; nobody has checked whether repaired routes are better chemistry. Blocked on the criterion decision (slide 18).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1239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06324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1729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validity comparison is sampling-fair.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35021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baseline's sampling_params = frozen is unresolved.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12395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1605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27024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about the official 8B models.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88720" y="459943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is 1B reproductions.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257800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3A1A16"/>
          </a:solidFill>
          <a:ln w="15875">
            <a:solidFill>
              <a:srgbClr val="B036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25780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53675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fine-tuning result.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88720" y="56967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9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HAS BEEN FINE-TUNED.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established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239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steps, in priority order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8379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Corrector repair rate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222199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corrector over a sample of the 6,935 failing baseline routes, re-score. “Lifts validity from 30.65% to X%” is the number worth having. Needs a local orchestrator (see slide 19).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34670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timing run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373075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Unblocked when Lawrencium returns ~Aug 21. ~2–3 h to an extrapolated whole-dataset epoch time.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892040"/>
            <a:ext cx="365760" cy="36576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48554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“frozen”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" y="52395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Lukas what the baseline's sampling_params = frozen means; re-run sampling-matched if needed.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874520"/>
            <a:ext cx="365760" cy="36576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18379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_extract_route_from_messages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49440" y="222199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longer routes, the auto-extraction currently fails when JSON is surrounded by prose.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263640" y="320040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3383280"/>
            <a:ext cx="365760" cy="36576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49440" y="334670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the DPO schema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49440" y="373075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mpaero/smileyllama-integration, which independently built an overlapping preference type.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263640" y="4709160"/>
            <a:ext cx="54406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4892040"/>
            <a:ext cx="365760" cy="365760"/>
          </a:xfrm>
          <a:prstGeom prst="ellipse">
            <a:avLst/>
          </a:prstGeom>
          <a:solidFill>
            <a:srgbClr val="1C6E8C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48554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+ three published baselines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49440" y="523951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blocked on the eval sets.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2026-08-17T20:41:56Z</dcterms:created>
  <dcterms:modified xsi:type="dcterms:W3CDTF">2026-08-17T20:41:56Z</dcterms:modified>
</cp:coreProperties>
</file>